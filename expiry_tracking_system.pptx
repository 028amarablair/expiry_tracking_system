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TRACKING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1993392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Implementation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6576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MariaDB solution for managing product batches,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and supplier information.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Submission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39319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E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0759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" y="17099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product batches, expiry dates, stock quantities, and sales across multiple product categories.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39319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E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0759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28032" y="17099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10.4 relational database with InnoDB engine, foreign key constraints, and utf8mb4 charset.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834640"/>
            <a:ext cx="39319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E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9923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30352" y="34015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5 categories: Beverages, Dairy, Snacks, Medicines, and Cosmetics with 5 active suppliers.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2834640"/>
            <a:ext cx="39319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E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9923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28032" y="34015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Batch-level expiry monitoring enables proactive stock rotation and reduces waste from expired goods.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Interconnected Tables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1097280"/>
          </a:xfrm>
          <a:prstGeom prst="rect">
            <a:avLst/>
          </a:prstGeom>
          <a:solidFill>
            <a:srgbClr val="E8F5E9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40233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08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(PK), category_name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402336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371600"/>
            <a:ext cx="40233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08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supplier_id (PK), supplier_name, contact_number, email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4023360" cy="1097280"/>
          </a:xfrm>
          <a:prstGeom prst="rect">
            <a:avLst/>
          </a:prstGeom>
          <a:solidFill>
            <a:srgbClr val="FFF3E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06040"/>
            <a:ext cx="40233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42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(PK), product_name, category_id (FK), supplier_id (FK), unit_price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606040"/>
            <a:ext cx="4023360" cy="1097280"/>
          </a:xfrm>
          <a:prstGeom prst="rect">
            <a:avLst/>
          </a:prstGeom>
          <a:solidFill>
            <a:srgbClr val="FCE4EC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606040"/>
            <a:ext cx="40233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642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971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(PK), product_id (FK), quantity, manufacture_date, expiry_date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840480"/>
            <a:ext cx="4023360" cy="1097280"/>
          </a:xfrm>
          <a:prstGeom prst="rect">
            <a:avLst/>
          </a:prstGeom>
          <a:solidFill>
            <a:srgbClr val="F3E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840480"/>
            <a:ext cx="40233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77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206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stock_id (PK), batch_id (FK), quantity_available, last_updated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840480"/>
            <a:ext cx="4023360" cy="1097280"/>
          </a:xfrm>
          <a:prstGeom prst="rect">
            <a:avLst/>
          </a:prstGeom>
          <a:solidFill>
            <a:srgbClr val="E0F7FA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840480"/>
            <a:ext cx="40233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77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206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sale_id (PK), batch_id (FK), quantity_sold, sale_date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1645920" cy="548640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1645920" cy="548640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286000"/>
            <a:ext cx="1645920" cy="548640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371600"/>
            <a:ext cx="1645920" cy="548640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822960"/>
            <a:ext cx="1645920" cy="548640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822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2377440"/>
            <a:ext cx="1645920" cy="548640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category → many products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supplier → many products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43400" y="19202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 → many batches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batch → 1 stock record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0372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batch → many sales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  ·  FK = Foreign Key  ·  All FK constraints enforced via InnoDB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&amp; 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Tracked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in Stock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to 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Expiry Status (as of May 2026)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41248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554480"/>
                <a:gridCol w="1280160"/>
                <a:gridCol w="146304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Expiry 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Stock Qty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Coca Cola 500ml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Beverages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2025-12-31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Milk 1L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Dairy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2025-03-01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2200"/>
                          </a:solidFill>
                        </a:rPr>
                        <a:t>⚠ Expired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Biscuits Pack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Snacks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2025-07-15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2200"/>
                          </a:solidFill>
                        </a:rPr>
                        <a:t>⚠ Expired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Paracetamol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Medicines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2026-12-01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Body Lotion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Cosmetics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2027-03-01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Features &amp; Sample Queries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Highlights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AUTO_INCREMENT primary keys on all tables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engine with referential integrity (FK constraints)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current_timestamp() for stock.last_updated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utf8mb4 / utf8mb4_general_ci charset (full Unicode)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JOIN queries across all 6 tables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Batch-level expiry and stock quantity separation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80560" y="1005840"/>
            <a:ext cx="438912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115568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Find all expired batches with stock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b.expiry_date,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s.quantity_available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 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batches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p.product_id = b.product_id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stock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b.batch_id = s.batch_id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b.expiry_date &lt; CURDATE()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s.quantity_available &gt; 0;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Query: Expired Stock Alert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3502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801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models real-world inventory with batch-level expiry tracking across 6 normalized tables.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57984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1031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 ensure data integrity; InnoDB engine supports ACID-compliant transactions.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80944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9260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supports alerting queries — enabling automatic flagging of near-expiry or expired items.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03904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749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enhancements: user authentication, automated alert triggers, and a front-end dashboard UI.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36576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reviewing this project.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Expiry Tracking System</dc:title>
  <dc:subject>PptxGenJS Presentation</dc:subject>
  <dc:creator>PptxGenJS</dc:creator>
  <cp:lastModifiedBy>PptxGenJS</cp:lastModifiedBy>
  <cp:revision>1</cp:revision>
  <dcterms:created xsi:type="dcterms:W3CDTF">2026-05-05T10:33:41Z</dcterms:created>
  <dcterms:modified xsi:type="dcterms:W3CDTF">2026-05-05T10:33:41Z</dcterms:modified>
</cp:coreProperties>
</file>